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opportunity 2 (after Queenstown) and the site-visit location (Bob: 'an expansion down at Reno, which is where I'd meet you'). Township offered ~34 lots;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Queenstown (this proposal, opp 1), Renault (opp 2),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forma. Revenue − soft cost ≈ profit (~2.7× on cost, ~73% margin) on a near-zero land basis; the builder funds the horizontal. Costs repaid first, then a straight 50/50 — half to the property (Josh ~25%, returning capital to his investors) and half to the development company. Every figure renders from model.js (the source of truth).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will co-invest its own capital alongside you (amount sized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30% of the dev-co 50% ≈ ~$2.1M on the base case (~15% of profit). If I co-invest, that capital earns alongside everyone else's, separate from the carry. The retainer is a floor;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operating resort.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OPPORTUNITY 2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opportunity two,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next opportunity after Queenstown, and where we'll meet in person. The township has offered land for ~34 lots overlooking the course, and the architect is already mapping them.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 + venue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profitably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upside beyond golf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RENAULT'S NEXT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Beyond the ~34 lots, more developable land wraps the course and lake — room to grow the plan.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meet and see the playbook on the ground.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opportunity 1 (this proposal)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opportunity 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lots; more developable land around the course &amp; lake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30%  →  ~$2.1M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a cash co-invest + $15K/mo — skin in the game.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 and co-investing its own capital alongside you,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30%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I'll co-invest my own capital alongside you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~$2.1M on the Queenstown base case (~15%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~$2.7M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~$2.1M carry + ~$0.5M retainer (~3 yrs) — ~19%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double-dipping: the retainer is a floor, placement fees only on outside capital I raise, and the carry (30% of the dev-co 50%) is the prize — most of the ~$2.7M is contingent on the upside.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 / 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2026-06-10T17:18:01Z</dcterms:created>
  <dcterms:modified xsi:type="dcterms:W3CDTF">2026-06-10T17:18:01Z</dcterms:modified>
</cp:coreProperties>
</file>