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opportunity 2 (after Queenstown)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Queenstown (this proposal, opp 1), Renault (opp 2),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forma. Revenue − soft cost ≈ profit (~2.7× on cost, ~73% margin) on a near-zero land basis; the builder funds the horizontal. Costs repaid first, then a straight 50/50 — half to the property (Josh ~25%, returning capital to his investors) and half to the development company. Every figure renders from model.js (the source of truth).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~2.3×.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$4.7M NOI / 7.5% cap → ~28%. Premium NOI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(split Yr 0–1), stabilized levered CF $2.5M (NOI − debt; Yr 2 ramps at ~40%), exit equity $31.5M (recap $62M − loan), net equity CF [(8.2), (8.2), 1.0, 2.5, 34.0], IRR ~28% / ~2.3×. Project develops to ~$47.0M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will co-invest its own capital alongside you (amount sized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OPPORTUNITY 2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opportunity two,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next opportunity after Queenstown, and where we'll meet in person.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RENAULT'S NEXT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meet and see the playbook on the ground.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opportunity 1 (this proposal)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opportunity 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a cash co-invest + $15K/mo — skin in the game.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($4.7M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~$47.0M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~$47.0M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 and co-investing its own capital alongside you,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2026-06-10T16:51:26Z</dcterms:created>
  <dcterms:modified xsi:type="dcterms:W3CDTF">2026-06-10T16:51:26Z</dcterms:modified>
</cp:coreProperties>
</file>