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derived, not guessed: 700 gross − 198 conservation − ~300 golf complex − ~60 Critical Area/wetlands ≈ 140 developable acres. Maryland's Chesapeake Bay Critical Area (1,000-ft zone, ~1 unit/20 ac in RCA) is the real constraint on the waterfront land. All figures illustrative until survey / easement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($14M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Hybrid: $15K/mo creditable retainer (≈ one day/week) + expenses reimbursed, then placement fees and the promote. Lead with alignment — the retainer is a floor,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Balance after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Finished lots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the developable envelope.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down from real constraints — the recorded conservation easement, the golf footprint, and Maryland's Chesapeake Bay Critical Area. Developable acreage is survey-dependent; figures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land (gross)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estimate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→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VALUE (net, illustrative)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$150K / lot, less ~30% costs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$150K × 0.70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8" name="Text 66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 illustrative net from ~140 developable acres — net of conservation &amp; Critical Area, additive to the resort.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Retainer + success fees + carried interest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entitlement, underwriting &amp; capital sourcing during an initial term; creditable against success fees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separately, not netted from fees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2026-06-05T21:34:44Z</dcterms:created>
  <dcterms:modified xsi:type="dcterms:W3CDTF">2026-06-05T21:34:44Z</dcterms:modified>
</cp:coreProperties>
</file>