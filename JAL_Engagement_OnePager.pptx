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 The off-ramp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/ 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I'll co-invest my own capital alongside you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 — most of the ~$2.7M is the contingent carry. And if it's not working, there's a clean off-ramp (on request).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2026-06-10T20:47:21Z</dcterms:created>
  <dcterms:modified xsi:type="dcterms:W3CDTF">2026-06-10T20:47:21Z</dcterms:modified>
</cp:coreProperties>
</file>