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forma, consistent with slide 6. $19.6M revenue − $5.3M soft cost ≈ $14.3M profit (~2.7× on cost, 73% margin) on a near-zero land basis; the builder funds the horizontal. Costs repaid first, then a straight 50/50 — $7.2M to the property (Josh ~$3.6M, returning capital to his investors) and $7.2M to the development company (Bob · JAL · partners). No pref, no promote. Model = source of truth.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~2.3x.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$4.65M NOI / 7.5% cap → ~28%. Premium NOI ($5.15M)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(bcEq, split Yr 0–1), stabilized levered CF ~$2.5M (NOI − debt; Yr 2 ramps at ~40%), exit equity $31.5M (recap $62M − loan), net equity CF [-8.2, -8.2, 1.0, 2.5, 34.0], IRR ~28% / ~2.3×. Project develops to ~$47M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~1/3 of the dev-co 50% ≈ ~$2.4M on the base case (~17%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~1/3  →  ~$2.4M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($4.65M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~1/3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~1/3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~$2.4M on the Queenstown base case (~17%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~$2.9M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~$2.4M carry + ~$0.5M retainer (~3 yrs) — ~20%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(~1/3 of the dev-co 50%) is the prize — most of the ~$2.9M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2026-06-09T19:56:12Z</dcterms:created>
  <dcterms:modified xsi:type="dcterms:W3CDTF">2026-06-09T19:56:12Z</dcterms:modified>
</cp:coreProperties>
</file>