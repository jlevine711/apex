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~2.3×.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$4.7M NOI / 7.5% cap → ~28%. Premium NOI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(split Yr 0–1), stabilized levered CF $2.5M (NOI − debt; Yr 2 ramps at ~40%), exit equity $31.5M (recap $62M − loan), net equity CF [(8.2), (8.2), 1.0, 2.5, 34.0], IRR ~28% / ~2.3×. Project develops to ~$47.0M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$15K/mo — no capital required.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($4.7M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~$47.0M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~$47.0M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(30% of the dev-co 50%) is the prize — most of the ~$2.7M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2026-06-10T14:20:13Z</dcterms:created>
  <dcterms:modified xsi:type="dcterms:W3CDTF">2026-06-10T14:20:13Z</dcterms:modified>
</cp:coreProperties>
</file>