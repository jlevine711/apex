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forma, consistent with slide 6. $19.6M revenue − $5.3M soft cost ≈ $14.3M profit (~2.7× on cost, 73% margin) on a near-zero land basis; the builder funds the horizontal. Costs repaid first, then a straight 50/50 — $7.2M to the property (Josh ~$3.6M, returning capital to his investors) and $7.2M to the development company (Bob · JAL · partners). No pref, no promote. Model = source of truth.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~2.3x.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$4.65M NOI / 7.5% cap → ~28%. Premium NOI ($5.15M)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(bcEq, split Yr 0–1), stabilized levered CF ~$2.5M (NOI − debt; Yr 2 ramps at ~40%), exit equity $31.5M (recap $62M − loan), net equity CF [-8.2, -8.2, 1.0, 2.5, 34.0], IRR ~28% / ~2.3×. Project develops to ~$47M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— he pushed for skin in the game over a big retainer. Hybrid: a modest $15K/mo retainer (≈ one day/week) + expenses, then the real upside is a share of the development company's 50% of profit. Plus I intend to put capital into the dev co (amount TBD). Lead with alignment — the retainer is a floor, the profit share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6446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JAL + partners. JAL earns a share of this 50% (plus a $15K/mo retainer) — sweat equity, real skin in the game.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($4.65M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a share of the dev-co profit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— 2% of equity raised (1% of debt placed)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Profit share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share of the development company's 50% of profit (with Accountable Equity, Bob &amp; partners)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2026-06-09T19:29:33Z</dcterms:created>
  <dcterms:modified xsi:type="dcterms:W3CDTF">2026-06-09T19:29:33Z</dcterms:modified>
</cp:coreProperties>
</file>