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fresh acquisition (H6 — Bob's fund). The land bank is additive to the hospitality: monetize the developable acreage the golf doesn't need, capital-light.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derived, not guessed: 700 gross − 198 conservation − ~300 golf complex − ~60 Critical Area/wetlands ≈ 140 developable acres. Maryland's Chesapeake Bay Critical Area (1,000-ft zone, ~1 unit/20 ac in RCA) is the real constraint on the waterfront land. All figures illustrative until survey / easement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land bank the honest story is capital-light: soft costs in, builders fund infra and buy lots. Land is already owned via H6 — no acquisition capital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($14M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Nails Bob's exact role: H6 GP / development lead. H6 contributes the developable land; JAL co-invests and runs entitlement + capital + lot sales. VIVÂMEE keeps operating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Hybrid: $15K/mo creditable retainer (≈ one day/week) + expenses reimbursed, then placement fees and the promote. Lead with alignment — the retainer is a floor,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 — Queenstown is a doable drive from Philly.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just bought it. Now monetize the land.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just closed Queenstown Harbor. The resort runs itself; the upside is the developable land around the 36 holes — entitle it, sell lots to 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&amp; Lakes courses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resort on the Eastern Shore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two properties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+ conservation land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own it free and clear — Capital H6 just closed the purchase.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Fresh, low basis: $25M for two courses across 870+ acres — the land value is the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over the Bay Bridge to Annapolis; ~1 hour to D.C. &amp; Baltimore.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and water frontage on the Chesapeake commands a premium — and sells quickly.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developable, non-conservation acreage and selling finished lots to homebuilders. Capital-light, and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Balance after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Finished lots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for residential; sell finished lots to builders who fund the horizontal work.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construction risk, and the proceeds recycle into the next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by parcel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 — and seed the broader Capital H6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the developable envelope.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down from real constraints — the recorded conservation easement, the golf footprint, and Maryland's Chesapeake Bay Critical Area. Developable acreage is survey-dependent; figures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38528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385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38528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38528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042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land (gross)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3042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estimate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3042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3042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80720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80720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80720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80720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31012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31012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31012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81304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81304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81304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81304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31596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→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31596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31596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31596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818888"/>
            <a:ext cx="292608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 VALUE (net, illustrative)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818888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$150K / lot, less ~30% costs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818888"/>
            <a:ext cx="26517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$150K × 0.70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818888"/>
            <a:ext cx="25877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8" name="Text 66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$29M illustrative net from ~140 developable acres — net of conservation &amp; Critical Area, additive to the resort.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held by Capital H6 — already acquired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H6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parcel / South River / H6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H6 owns the land. Spin the developable parcels into a land-development entity — H6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Capital H6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(H6 GP)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success fees + carry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entitlement, underwriting &amp; capital sourcing during an initial term; creditable against success fees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separately, not netted from fees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County)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lot yield &amp; absorption for the developable parcels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H6 ownership &amp; contribution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Walk the site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while I'm in the NY / Philly area — train down or drive to the Shore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Queenstown (River House &amp; the course edges)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/ VIVÂMEE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parcels, capital plan &amp; comp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 vehicle under Capital H6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conservation easements · entitlement &amp; zoning status · H6 structure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around Queenstown Harbor with you, Josh and the H6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2026-06-05T21:58:28Z</dcterms:created>
  <dcterms:modified xsi:type="dcterms:W3CDTF">2026-06-05T21:58:28Z</dcterms:modified>
</cp:coreProperties>
</file>