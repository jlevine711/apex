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opportunity 2 (after Queenstown) and the site-visit location (Bob: 'an expansion down at Reno, which is where I'd meet you'). Township offered ~34 lots;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Queenstown (this proposal, opp 1), Renault (opp 2),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forma. Revenue − soft cost ≈ profit (~2.7× on cost, ~73% margin) on a near-zero land basis; the builder funds the horizontal. Costs repaid first, then a straight 50/50 — half to the property (Josh ~25%, returning capital to his investors) and half to the development company. Every figure renders from model.js (the source of truth).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will co-invest its own capital alongside you (amount sized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 The off-ramp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email ('how do I get rid of you if you are not working out — I always look at worst case'). A clean, fast off-ramp: 30-day terminate-for-convenience on the advisory; placement fees only on capital actually placed (+6-mo tail); carry only on parcels already closed / under contract (for cause → forfeit all unrealized + clawback for fraud); co-invest returned at NAV (it's an investment, not comp); optional buyout of vested carry for a clean break. The whole point: comp is mostly contingent, so 'getting rid of me' costs only value already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operating resort.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OPPORTUNITY 2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opportunity two,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next opportunity after Queenstown, and where we'll meet in person. The township has offered land for ~34 lots overlooking the course, and the architect is already mapping them.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 + venue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profitably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upside beyond golf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RENAULT'S NEXT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Beyond the ~34 lots, more developable land wraps the course and lake — room to grow the plan.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meet and see the playbook on the ground.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opportunity 1 (this proposal)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opportunity 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lots; more developable land around the course &amp; lake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a cash co-invest + $15K/mo — skin in the game.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 and co-investing its own capital alongside you,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I'll co-invest my own capital alongside you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 — most of the ~$2.7M is the contingent carry. And if it's not working, there's a clean off-ramp (next page).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OFF-RAMP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it's not working — how you exit me.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the right question. Worst case, in plain terms: an easy, fast off-ramp where you only ever owe me for value already created — because my pay is mostly contingent carry.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notice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14800" y="178308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Terminate for convenience — either side, no reason needed.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1783080"/>
            <a:ext cx="2953512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Worst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23317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we part ways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88920" y="2697480"/>
            <a:ext cx="26060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Text 17"/>
          <p:cNvSpPr/>
          <p:nvPr/>
        </p:nvSpPr>
        <p:spPr>
          <a:xfrm>
            <a:off x="278892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94960" y="269748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1" name="Text 19"/>
          <p:cNvSpPr/>
          <p:nvPr/>
        </p:nvSpPr>
        <p:spPr>
          <a:xfrm>
            <a:off x="5394960" y="269748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happens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063240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role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88920" y="3063240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2788920" y="3063240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notice, either side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94960" y="3063240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5394960" y="3063240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Terminate for convenience — no reason needed. Retainer + approved expenses paid through the notice date; no severance.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630168"/>
            <a:ext cx="23317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630168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Placement fees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88920" y="3630168"/>
            <a:ext cx="260604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1" name="Text 29"/>
          <p:cNvSpPr/>
          <p:nvPr/>
        </p:nvSpPr>
        <p:spPr>
          <a:xfrm>
            <a:off x="2788920" y="3630168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Earned + 6-mo tail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94960" y="3630168"/>
            <a:ext cx="633679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3" name="Text 31"/>
          <p:cNvSpPr/>
          <p:nvPr/>
        </p:nvSpPr>
        <p:spPr>
          <a:xfrm>
            <a:off x="5394960" y="3630168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Due only on capital actually placed before you let me go, plus a 6-month tail on capital I'd already sourced.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4197096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197096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carry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88920" y="4197096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2788920" y="4197096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Keep only what's earned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94960" y="4197096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394960" y="4197096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cause: I keep carry on parcels already closed or under contract — speculative forfeits. For cause: forfeit all unrealized (clawback for fraud).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764024"/>
            <a:ext cx="23317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64024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My co-invest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788920" y="4764024"/>
            <a:ext cx="260604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2788920" y="4764024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Returned at NAV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394960" y="4764024"/>
            <a:ext cx="633679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5394960" y="4764024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It's an investment, not comp — returned like any investor's. I don't lose it; it doesn't keep me in the deal.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5330952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5330952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Clean break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88920" y="5330952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2788920" y="533095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Optional buyout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394960" y="5330952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5394960" y="5330952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 hand over all work product and step out of the dev co. You can buy out my vested carry at a set formula for a fully clean break.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can let me go any time — and only ever owe me for value already created. That's the point of comp that's mostly contingent carry.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 /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2026-06-10T20:47:20Z</dcterms:created>
  <dcterms:modified xsi:type="dcterms:W3CDTF">2026-06-10T20:47:20Z</dcterms:modified>
</cp:coreProperties>
</file>